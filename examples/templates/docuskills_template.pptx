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0000001-0000-4000-8000-000000000001}">
          <p14:sldIdLst>
            <p14:sldId id="256"/>
            <p14:sldId id="257"/>
            <p14:sldId id="258"/>
          </p14:sldIdLst>
        </p14:section>
        <p14:section name="Financials" id="{00000002-0000-4000-8000-000000000002}">
          <p14:sldIdLst>
            <p14:sldId id="259"/>
            <p14:sldId id="260"/>
          </p14:sldIdLst>
        </p14:section>
        <p14:section name="Closing" id="{00000003-0000-4000-8000-000000000003}">
          <p14:sldIdLst>
            <p14:sldId id="261"/>
            <p14:sldId id="262"/>
            <p14:sldId id="263"/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 b="1">
                <a:solidFill>
                  <a:srgbClr val="16213F"/>
                </a:solidFill>
              </a:defRPr>
            </a:pPr>
            <a:r>
              <a:t>DocuSkills Corp - FY2026 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16213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</c:v>
                </c:pt>
                <c:pt idx="1">
                  <c:v>351</c:v>
                </c:pt>
                <c:pt idx="2">
                  <c:v>372</c:v>
                </c:pt>
                <c:pt idx="3">
                  <c:v>410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2B7CD3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228</c:v>
                </c:pt>
                <c:pt idx="2">
                  <c:v>241</c:v>
                </c:pt>
                <c:pt idx="3">
                  <c:v>265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rgbClr val="E0742B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175</c:v>
                </c:pt>
                <c:pt idx="1">
                  <c:v>168</c:v>
                </c:pt>
                <c:pt idx="2">
                  <c:v>199</c:v>
                </c:pt>
                <c:pt idx="3">
                  <c:v>232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AF1FF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16213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Rectangle 5"/>
          <p:cNvSpPr/>
          <p:nvPr/>
        </p:nvSpPr>
        <p:spPr>
          <a:xfrm>
            <a:off x="685800" y="3200400"/>
            <a:ext cx="2286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574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DocuSkills Corp 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000">
                <a:solidFill>
                  <a:srgbClr val="2B7CD3"/>
                </a:solidFill>
              </a:rPr>
              <a:t>FY2026 - Performance, Outlook &amp; Initiatives</a:t>
            </a:r>
          </a:p>
        </p:txBody>
      </p:sp>
      <p:pic>
        <p:nvPicPr>
          <p:cNvPr id="7" name="Picture 6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3600" b="1">
                <a:solidFill>
                  <a:srgbClr val="16213F"/>
                </a:solidFill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2000">
                <a:solidFill>
                  <a:srgbClr val="16213F"/>
                </a:solidFill>
              </a:rPr>
              <a:t>1. Overview</a:t>
            </a:r>
          </a:p>
          <a:p>
            <a:pPr/>
            <a:r>
              <a:rPr sz="2000">
                <a:solidFill>
                  <a:srgbClr val="16213F"/>
                </a:solidFill>
              </a:rPr>
              <a:t>2. Financials</a:t>
            </a:r>
          </a:p>
          <a:p>
            <a:pPr/>
            <a:r>
              <a:rPr sz="2000">
                <a:solidFill>
                  <a:srgbClr val="16213F"/>
                </a:solidFill>
              </a:rPr>
              <a:t>3. Closing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13F"/>
                </a:solidFill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16213F"/>
                </a:solidFill>
              </a:rPr>
              <a:t>DocuSkills Corp grew net revenue 18% YoY across all three reported regions.</a:t>
            </a:r>
          </a:p>
          <a:p>
            <a:pPr/>
            <a:r>
              <a:rPr sz="1800">
                <a:solidFill>
                  <a:srgbClr val="16213F"/>
                </a:solidFill>
              </a:rPr>
              <a:t>Gross margin expanded 230 bps on supply-chain efficiencies.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North region led growth; East rebounded after Q1 softness.</a:t>
            </a:r>
          </a:p>
          <a:p>
            <a:pPr/>
            <a:r>
              <a:rPr sz="1800">
                <a:solidFill>
                  <a:srgbClr val="16213F"/>
                </a:solidFill>
              </a:rPr>
              <a:t>FY2026 outlook raised on a stronger services pipeline.</a:t>
            </a:r>
          </a:p>
          <a:p>
            <a:pPr lvl="1"/>
            <a:r>
              <a:rPr sz="1800">
                <a:solidFill>
                  <a:srgbClr val="16213F"/>
                </a:solidFill>
              </a:rPr>
              <a:t>Key risk: input-cost volatility in the hardware segment.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Regional Revenue (USD thousands)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1621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North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320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351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372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410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East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175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168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199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6213F"/>
                          </a:solidFill>
                        </a:rPr>
                        <a:t>232</a:t>
                      </a:r>
                    </a:p>
                  </a:txBody>
                  <a:tcPr>
                    <a:solidFill>
                      <a:srgbClr val="EAF1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705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747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812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907</a:t>
                      </a:r>
                    </a:p>
                  </a:txBody>
                  <a:tcPr>
                    <a:solidFill>
                      <a:srgbClr val="2B7C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Quarterly Net 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29000"/>
          </a:xfrm>
        </p:spPr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The DocuSkills Brand Mark</a:t>
            </a:r>
          </a:p>
        </p:txBody>
      </p:sp>
      <p:pic>
        <p:nvPicPr>
          <p:cNvPr id="3" name="Picture Placeholder 2" descr="docuskills_template_mark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429000" y="914400"/>
            <a:ext cx="2286000" cy="2286000"/>
          </a:xfrm>
        </p:spPr>
      </p:pic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>
          <a:xfrm>
            <a:off x="0" y="4114800"/>
          </a:xfrm>
        </p:spPr>
        <p:txBody>
          <a:bodyPr/>
          <a:lstStyle/>
          <a:p>
            <a:pPr/>
            <a:r>
              <a:rPr sz="1600">
                <a:solidFill>
                  <a:srgbClr val="16213F"/>
                </a:solidFill>
              </a:rPr>
              <a:t>A synthetic, generated mark - no proprietary asset.</a:t>
            </a:r>
          </a:p>
          <a:p>
            <a:pPr/>
            <a:r>
              <a:rPr sz="1600">
                <a:solidFill>
                  <a:srgbClr val="16213F"/>
                </a:solidFill>
              </a:rPr>
              <a:t>Navy rounded tile, blue stroke, blue header bar, outlined field.</a:t>
            </a:r>
          </a:p>
        </p:txBody>
      </p:sp>
      <p:pic>
        <p:nvPicPr>
          <p:cNvPr id="5" name="Picture 4" descr="docuskills_template_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6213F"/>
                </a:solidFill>
              </a:rPr>
              <a:t>Our Approach (SmartArt-style 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743200"/>
            <a:ext cx="2286000" cy="1143000"/>
          </a:xfrm>
          <a:prstGeom prst="roundRect">
            <a:avLst/>
          </a:prstGeom>
          <a:solidFill>
            <a:srgbClr val="16213F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Validate the opportunity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743200"/>
            <a:ext cx="2286000" cy="1143000"/>
          </a:xfrm>
          <a:prstGeom prst="roundRect">
            <a:avLst/>
          </a:prstGeom>
          <a:solidFill>
            <a:srgbClr val="2B7CD3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Build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718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4290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Ship the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743200"/>
            <a:ext cx="2286000" cy="1143000"/>
          </a:xfrm>
          <a:prstGeom prst="roundRect">
            <a:avLst/>
          </a:prstGeom>
          <a:solidFill>
            <a:srgbClr val="E0742B"/>
          </a:solidFill>
          <a:ln w="19050">
            <a:solidFill>
              <a:srgbClr val="5778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15000" y="3314700"/>
            <a:ext cx="457200" cy="0"/>
          </a:xfrm>
          <a:prstGeom prst="line">
            <a:avLst/>
          </a:prstGeom>
          <a:ln w="31750">
            <a:solidFill>
              <a:srgbClr val="5778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17220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5778B0"/>
                </a:solidFill>
              </a:rPr>
              <a:t>Grow to new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0" y="662940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"/>
            <a:ext cx="9144000" cy="4572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62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457200" y="2057400"/>
            <a:ext cx="91440" cy="3429000"/>
          </a:xfrm>
          <a:prstGeom prst="rect">
            <a:avLst/>
          </a:prstGeom>
          <a:solidFill>
            <a:srgbClr val="E07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57400"/>
            <a:ext cx="7772400" cy="1143000"/>
          </a:xfrm>
        </p:spPr>
        <p:txBody>
          <a:bodyPr/>
          <a:lstStyle/>
          <a:p>
            <a:r>
              <a:rPr sz="4000" b="1">
                <a:solidFill>
                  <a:srgbClr val="16213F"/>
                </a:solidFill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7772400" cy="2286000"/>
          </a:xfrm>
        </p:spPr>
        <p:txBody>
          <a:bodyPr anchor="t"/>
          <a:lstStyle/>
          <a:p>
            <a:pPr/>
            <a:r>
              <a:rPr sz="1800">
                <a:solidFill>
                  <a:srgbClr val="16213F"/>
                </a:solidFill>
              </a:rPr>
              <a:t>Questions? hello@docuskills.example</a:t>
            </a:r>
          </a:p>
          <a:p>
            <a:pPr/>
            <a:r>
              <a:rPr sz="1800">
                <a:solidFill>
                  <a:srgbClr val="16213F"/>
                </a:solidFill>
              </a:rPr>
              <a:t>DocuSkills Corp - synthetic sample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DocuSkills Corp Quarterly Business Review</dc:title>
  <dc:subject>Synthetic test fixture - no proprietary content</dc:subject>
  <dc:creator>DocuSkills Corp (synthetic fixture)</dc:creator>
  <cp:keywords/>
  <dc:description>generated using python-pptx</dc:description>
  <cp:lastModifiedBy>DocuSkills Corp (synthetic fixture)</cp:lastModifiedBy>
  <cp:revision>1</cp:revision>
  <dcterms:created xsi:type="dcterms:W3CDTF">2026-06-05T00:00:00Z</dcterms:created>
  <dcterms:modified xsi:type="dcterms:W3CDTF">2026-06-05T00:00:00Z</dcterms:modified>
  <cp:category/>
</cp:coreProperties>
</file>