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  <p14:sldId id="259"/>
          </p14:sldIdLst>
        </p14:section>
        <p14:section name="Financials" id="{00000002-0000-4000-8000-000000000002}">
          <p14:sldIdLst>
            <p14:sldId id="260"/>
            <p14:sldId id="261"/>
            <p14:sldId id="262"/>
          </p14:sldIdLst>
        </p14:section>
        <p14:section name="Closing" id="{00000003-0000-4000-8000-000000000003}">
          <p14:sldIdLst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Health and adoption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health</c:v>
                </c:pt>
              </c:strCache>
            </c:strRef>
          </c:tx>
          <c:spPr>
            <a:ln w="28575">
              <a:solidFill>
                <a:srgbClr val="2B7CD3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78</c:v>
                </c:pt>
                <c:pt idx="2">
                  <c:v>81</c:v>
                </c:pt>
                <c:pt idx="3">
                  <c:v>84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Adoption</c:v>
                </c:pt>
              </c:strCache>
            </c:strRef>
          </c:tx>
          <c:spPr>
            <a:ln w="28575">
              <a:solidFill>
                <a:srgbClr val="E0742B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</c:v>
                </c:pt>
                <c:pt idx="1">
                  <c:v>66</c:v>
                </c:pt>
                <c:pt idx="2">
                  <c:v>70</c:v>
                </c:pt>
                <c:pt idx="3">
                  <c:v>76</c:v>
                </c:pt>
                <c:pt idx="4">
                  <c:v>81</c:v>
                </c:pt>
                <c:pt idx="5">
                  <c:v>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BrandDocs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6213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B7C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0742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AF1F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685800" y="3200400"/>
            <a:ext cx="2286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0"/>
            <a:ext cx="91440" cy="6858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0"/>
            <a:ext cx="2514600" cy="68580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2057400"/>
            <a:ext cx="5943600" cy="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BrandDocs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5486400" cy="0"/>
          </a:xfrm>
        </p:spPr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9" name="Picture 8" descr="branddocs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645920" cy="411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371600"/>
            <a:ext cx="1943100" cy="823000"/>
          </a:xfrm>
          <a:prstGeom prst="roundRect">
            <a:avLst/>
          </a:prstGeom>
          <a:solidFill>
            <a:srgbClr val="2B7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18%</a:t>
            </a:r>
          </a:p>
          <a:p>
            <a:r>
              <a:rPr sz="1050" b="1">
                <a:solidFill>
                  <a:srgbClr val="FFFFFF"/>
                </a:solidFill>
              </a:rPr>
              <a:t>YoY revenue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453640"/>
            <a:ext cx="1943100" cy="8230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92</a:t>
            </a:r>
          </a:p>
          <a:p>
            <a:r>
              <a:rPr sz="1050" b="1">
                <a:solidFill>
                  <a:srgbClr val="5778B0"/>
                </a:solidFill>
              </a:rPr>
              <a:t>Brand health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535680"/>
            <a:ext cx="1943100" cy="823000"/>
          </a:xfrm>
          <a:prstGeom prst="round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  <a:p>
            <a:r>
              <a:rPr sz="1050" b="1">
                <a:solidFill>
                  <a:srgbClr val="FFFFFF"/>
                </a:solidFill>
              </a:rPr>
              <a:t>Office formats audited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BrandDocs Corp grew net revenue 18% YoY across all three reported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hardware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13F"/>
                </a:solidFill>
              </a:rPr>
              <a:t>Performance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943100" cy="1005840"/>
          </a:xfrm>
          <a:prstGeom prst="round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$14.2M</a:t>
            </a:r>
          </a:p>
          <a:p>
            <a:r>
              <a:rPr sz="1050" b="1">
                <a:solidFill>
                  <a:srgbClr val="FFFFFF"/>
                </a:solidFill>
              </a:rPr>
              <a:t>FY net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8900" y="1371600"/>
            <a:ext cx="1943100" cy="1005840"/>
          </a:xfrm>
          <a:prstGeom prst="roundRect">
            <a:avLst/>
          </a:prstGeom>
          <a:solidFill>
            <a:srgbClr val="2B7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+230 bps</a:t>
            </a:r>
          </a:p>
          <a:p>
            <a:r>
              <a:rPr sz="1050" b="1">
                <a:solidFill>
                  <a:srgbClr val="FFFFFF"/>
                </a:solidFill>
              </a:rPr>
              <a:t>Gross margin lift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371600"/>
            <a:ext cx="1943100" cy="100584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86%</a:t>
            </a:r>
          </a:p>
          <a:p>
            <a:r>
              <a:rPr sz="1050" b="1">
                <a:solidFill>
                  <a:srgbClr val="5778B0"/>
                </a:solidFill>
              </a:rPr>
              <a:t>Workflow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2300" y="1371600"/>
            <a:ext cx="1943100" cy="1005840"/>
          </a:xfrm>
          <a:prstGeom prst="round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  <a:p>
            <a:r>
              <a:rPr sz="1050" b="1">
                <a:solidFill>
                  <a:srgbClr val="FFFFFF"/>
                </a:solidFill>
              </a:rPr>
              <a:t>Priority risks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92608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017520"/>
            <a:ext cx="2286000" cy="22860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r>
              <a:rPr b="1" sz="1600">
                <a:solidFill>
                  <a:srgbClr val="16213F"/>
                </a:solidFill>
              </a:rPr>
              <a:t>Primary signal</a:t>
            </a:r>
          </a:p>
          <a:p>
            <a:r>
              <a:rPr sz="1300">
                <a:solidFill>
                  <a:srgbClr val="5778B0"/>
                </a:solidFill>
              </a:rPr>
              <a:t>Outputs now carry visual proof artifacts, moving QA from spot-checking to repeatable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Risk &amp; Readiness Heatmap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Readiness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Renderer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Sandbox drift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Run doctor before deep QA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Template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Stale field cache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Refresh generated indexes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Workbook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Formula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Navy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Diff formulas shell vs output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Deck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Native object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Review component warnings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BrandDocs Wordmark</a:t>
            </a:r>
          </a:p>
        </p:txBody>
      </p:sp>
      <p:pic>
        <p:nvPicPr>
          <p:cNvPr id="3" name="Picture Placeholder 2" descr="branddocs_template_word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28800" y="1371600"/>
            <a:ext cx="4754880" cy="118872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0" y="4114800"/>
          </a:xfrm>
        </p:spPr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logo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The logo is simply the BrandDocs name, with no icon or badge.</a:t>
            </a:r>
          </a:p>
        </p:txBody>
      </p:sp>
      <p:pic>
        <p:nvPicPr>
          <p:cNvPr id="5" name="Picture 4" descr="branddocs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13716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Validate 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Ship the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Grow to new regions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1800">
                <a:solidFill>
                  <a:srgbClr val="16213F"/>
                </a:solidFill>
              </a:rPr>
              <a:t>Questions? hello@branddocs.example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BrandDocs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BrandDocs Corp Quarterly Business Review</dc:title>
  <dc:subject>Synthetic test fixture - no proprietary content</dc:subject>
  <dc:creator>BrandDocs Corp (synthetic fixture)</dc:creator>
  <cp:keywords/>
  <dc:description>generated using python-pptx</dc:description>
  <cp:lastModifiedBy>BrandDocs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